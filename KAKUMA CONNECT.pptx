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2A6AC5-0CB8-48FE-BB16-948CD8A051D3}">
  <a:tblStyle styleId="{8F2A6AC5-0CB8-48FE-BB16-948CD8A051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ba01768811822e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ba01768811822e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ba01768811822e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ba01768811822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ba01768811822e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6ba01768811822e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ba01768811822e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6ba01768811822e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ba01768811822e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ba01768811822e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ba01768811822e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6ba01768811822e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6ba01768811822e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6ba01768811822e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6ba01768811822e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6ba01768811822e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6ba01768811822e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6ba01768811822e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ba01768811822e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ba01768811822e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6ba01768811822e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6ba01768811822e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ba01768811822e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6ba01768811822e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95750"/>
            <a:ext cx="8520600" cy="14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KAKUMA CONNECT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1518350"/>
            <a:ext cx="9144000" cy="3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Connect. Discover. Grow.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A digital community platform connecting people to opportunities, businesses, services, and skills in Kakuma &amp; Kalobeyei.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6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Problem </a:t>
            </a:r>
            <a:endParaRPr b="1" sz="27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0" y="737025"/>
            <a:ext cx="9144000" cy="44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Opportunity exists. Access is the problem.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People in Kakuma and Kalobeyei have skills, businesses, services, education opportunities and employment opportunities—but finding and accessing them can be difficult.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Key challenges: 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Opportunities are scattered across different platforms and social-media groups.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Young people struggle to discover relevant jobs, scholarships and training.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Local businesses and skilled workers have limited digital visibility.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Organizations struggle to reach the right community members.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Community members often depend on word-of-mouth to find opportunities and services.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There is no single digital platform designed around the local ecosystem.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16"/>
              <a:t>Hook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“What if finding an opportunity in Kakuma was as simple as searching for it?”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95750"/>
            <a:ext cx="85206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 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0" y="674300"/>
            <a:ext cx="9144000" cy="44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Introducing KAKUMA CONNECT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platform. One community. Many opportunities.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KakumaConnect brings together: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Opportunities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29">
                <a:solidFill>
                  <a:schemeClr val="dk1"/>
                </a:solidFill>
              </a:rPr>
              <a:t>Jobs • Scholarships • Training • Education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Businesses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8">
                <a:solidFill>
                  <a:schemeClr val="dk1"/>
                </a:solidFill>
              </a:rPr>
              <a:t>Local businesses • Products • Entrepreneurs </a:t>
            </a:r>
            <a:endParaRPr sz="155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Services &amp; Skills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8">
                <a:solidFill>
                  <a:schemeClr val="dk1"/>
                </a:solidFill>
              </a:rPr>
              <a:t>Professionals • Freelancers • Skilled workers </a:t>
            </a:r>
            <a:endParaRPr sz="155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Organizations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8">
                <a:solidFill>
                  <a:schemeClr val="dk1"/>
                </a:solidFill>
              </a:rPr>
              <a:t>NGOs • Community organizations • Programs </a:t>
            </a:r>
            <a:endParaRPr sz="155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Our goal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8">
                <a:solidFill>
                  <a:schemeClr val="dk1"/>
                </a:solidFill>
              </a:rPr>
              <a:t>Make opportunities and local resources easier to discover, access and connect with. </a:t>
            </a:r>
            <a:endParaRPr sz="155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09425"/>
            <a:ext cx="85206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 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0" y="588225"/>
            <a:ext cx="9144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digital ecosystem for Kakuma &amp; Kalobeyei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it works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Discover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Search for jobs, scholarships, businesses, services and training.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Connect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Contact organizations, businesses or service providers.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Apply / Engage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Apply for opportunities or request a service.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Grow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Build skills, find opportunities and grow businesses.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Platform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Web Platform + Android Mobile App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Future integrations: </a:t>
            </a:r>
            <a:endParaRPr b="1"/>
          </a:p>
          <a:p>
            <a:pPr indent="-27432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AI-powered recommendations</a:t>
            </a:r>
            <a:endParaRPr/>
          </a:p>
          <a:p>
            <a:pPr indent="-2743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Personalized opportunity matching</a:t>
            </a:r>
            <a:endParaRPr/>
          </a:p>
          <a:p>
            <a:pPr indent="-2743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Digital profiles</a:t>
            </a:r>
            <a:endParaRPr/>
          </a:p>
          <a:p>
            <a:pPr indent="-2743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Community needs assessments</a:t>
            </a:r>
            <a:endParaRPr/>
          </a:p>
          <a:p>
            <a:pPr indent="-2743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Notifications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95750"/>
            <a:ext cx="85206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Target Market 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0" y="519950"/>
            <a:ext cx="9144000" cy="4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450"/>
              <a:t>Who are we building for? 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450"/>
              <a:t>Primary users 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450"/>
              <a:t>Young people &amp; students 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Job seekers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Students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Graduates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Scholarship seekers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Training seekers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450"/>
              <a:t>Entrepreneurs &amp; businesses 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Small businesses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Startups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Local traders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Service providers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450"/>
              <a:t>Skilled workers 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Photographers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Designers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Technicians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Tailors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Mechanics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Freelancers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Other professionals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450"/>
              <a:t>Organizations 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NGOs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Community-based organizations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Training institutions</a:t>
            </a:r>
            <a:endParaRPr b="1" sz="450"/>
          </a:p>
          <a:p>
            <a:pPr indent="-2571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"/>
              <a:buChar char="●"/>
            </a:pPr>
            <a:r>
              <a:rPr b="1" lang="en" sz="450"/>
              <a:t>Development partners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450"/>
              <a:t>Geography 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275">
                <a:solidFill>
                  <a:schemeClr val="dk1"/>
                </a:solidFill>
              </a:rPr>
              <a:t>Phase 1:</a:t>
            </a:r>
            <a:r>
              <a:rPr lang="en" sz="275">
                <a:solidFill>
                  <a:schemeClr val="dk1"/>
                </a:solidFill>
              </a:rPr>
              <a:t> Kakuma &amp; Kalobeyei</a:t>
            </a:r>
            <a:endParaRPr sz="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275">
                <a:solidFill>
                  <a:schemeClr val="dk1"/>
                </a:solidFill>
              </a:rPr>
              <a:t>Phase 2:</a:t>
            </a:r>
            <a:r>
              <a:rPr lang="en" sz="275">
                <a:solidFill>
                  <a:schemeClr val="dk1"/>
                </a:solidFill>
              </a:rPr>
              <a:t> Turkana County</a:t>
            </a:r>
            <a:endParaRPr sz="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275">
                <a:solidFill>
                  <a:schemeClr val="dk1"/>
                </a:solidFill>
              </a:rPr>
              <a:t>Phase 3:</a:t>
            </a:r>
            <a:r>
              <a:rPr lang="en" sz="275">
                <a:solidFill>
                  <a:schemeClr val="dk1"/>
                </a:solidFill>
              </a:rPr>
              <a:t> Other refugee-hosting communities in Kenya and beyond </a:t>
            </a:r>
            <a:endParaRPr b="1" sz="4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b="1" sz="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656625" y="0"/>
            <a:ext cx="81756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Market Size </a:t>
            </a:r>
            <a:endParaRPr b="1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0" y="478800"/>
            <a:ext cx="9144000" cy="4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 large community with a digital access gap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Instead of inventing financial figures, present the market initially through </a:t>
            </a:r>
            <a:r>
              <a:rPr b="1" lang="en" sz="1100">
                <a:solidFill>
                  <a:schemeClr val="dk1"/>
                </a:solidFill>
              </a:rPr>
              <a:t>users and economic activity</a:t>
            </a:r>
            <a:r>
              <a:rPr lang="en" sz="1100">
                <a:solidFill>
                  <a:schemeClr val="dk1"/>
                </a:solidFill>
              </a:rPr>
              <a:t>, then replace the estimates with verified research before submitting to investors.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TAM — Total Addressable Market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Digital opportunity and local services across refugee and host communities in Kenya and similar markets.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SAM — Serviceable Addressable Market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Kakuma &amp; Kalobeyei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People who need: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Employment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Education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Training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Business discovery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Professional services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SOM — Serviceable Obtainable Market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Initial focus: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Capture a meaningful share of digitally active users and businesses in Kakuma and Kalobeyei during the first 3 years.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Suggested visual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TAM → SAM → SOM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🌍 Wider market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⬇️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🇰🇪 Kenya / refugee-hosting communities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⬇️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📍 Kakuma &amp; Kalobeyei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Important:</a:t>
            </a:r>
            <a:r>
              <a:rPr lang="en" sz="1100">
                <a:solidFill>
                  <a:schemeClr val="dk1"/>
                </a:solidFill>
              </a:rPr>
              <a:t> We should use verified population and market data for the final investor version rather than making up numbers.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147550" y="0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Competitors </a:t>
            </a:r>
            <a:endParaRPr b="1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-68400" y="410400"/>
            <a:ext cx="9144000" cy="47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currently use fragmented solutions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Potential alternatives include: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Alternative                                                                What it provides                                                                                                  Gap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 opportunity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KakumaConnect organizes these needs into one community-focused platform. </a:t>
            </a:r>
            <a:endParaRPr/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0" y="127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{8F2A6AC5-0CB8-48FE-BB16-948CD8A051D3}</a:tableStyleId>
              </a:tblPr>
              <a:tblGrid>
                <a:gridCol w="2611050"/>
                <a:gridCol w="3266475"/>
                <a:gridCol w="3266475"/>
              </a:tblGrid>
              <a:tr h="37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Facebook Groups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Community information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Information gets buried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WhatsApp Groups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Difficult to search and organize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LinkedIn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Professional opportunities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locally focused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General job platforms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Jobs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 local community services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Word of mouth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 connections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 reach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individual business pages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Business visibility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Information is fragmented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0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Competitive Advantage</a:t>
            </a:r>
            <a:r>
              <a:rPr lang="en"/>
              <a:t> 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0" y="492600"/>
            <a:ext cx="9144000" cy="4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Built for the local ecosystem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KakumaConnect?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📍 Local-first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Designed specifically around Kakuma &amp; Kalobeyei.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🔎 Discoverability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Users can search and filter opportunities, businesses and services.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👥 Community ecosystem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Connects refugees, host communities, businesses and organizations.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💼 Opportunity + business + skills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Not just a job board.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📱 Mobile-first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Designed for accessibility through mobile devices.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🤖 AI-ready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Future personalized recommendations can help users discover relevant opportunities.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Our vision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Become the digital infrastructure connecting communities to opportunities and local economic activity.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0"/>
            <a:ext cx="85206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Traction &amp; Roadmap </a:t>
            </a:r>
            <a:endParaRPr b="1"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0" y="588225"/>
            <a:ext cx="9144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From idea → platform → community ecosystem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Current progress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Product concept developed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Brand and platform identity established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Django/Python backend under development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PostgreSQL database integration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Opportunities module developed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Business module initiated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Services ecosystem planned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Web platform development underway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Android application planned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Roadmap</a:t>
            </a:r>
            <a:endParaRPr b="1" sz="13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2026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MVP development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Web platform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Initial user testing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2027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Android application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Community partnerships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User &amp; business onboarding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2028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AI recommendations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Expansion beyond Kakuma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Data-driven community services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0"/>
            <a:ext cx="85206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/ Revenue Model</a:t>
            </a:r>
            <a:r>
              <a:rPr lang="en"/>
              <a:t>  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0" y="533500"/>
            <a:ext cx="9144000" cy="46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Accessible to users. Sustainable as we scale.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KakumaConnect can combine several revenue streams: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Business Listings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Businesses can pay for enhanced visibility.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Featured Opportunities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Organizations can promote relevant opportunities.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Premium Business Profiles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Advanced profiles and promotional tools.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 Partnerships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Organizations can sponsor community programs and platform initiatives.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5. Digital Services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Potential future services for organizations and businesses.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6. Data &amp; Insights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Aggregated, privacy-conscious community insights can support organizations in understanding demand and service gaps.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Principle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Core community access remains affordable while businesses and organizations support platform sustainability.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0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Go-To-Market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0" y="492600"/>
            <a:ext cx="9144000" cy="4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Start local. Build trust. Scale through the community.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Phase 1 — Community Launch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📍 Kakuma &amp; Kalobeyei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Schools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Youth groups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Businesses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Community organizations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Training institutions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NGOs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Social-media communities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Phase 2 — User Acquisition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Digital:</a:t>
            </a:r>
            <a:endParaRPr b="1"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Facebook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WhatsApp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TikTok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Community groups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Content marketing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Offline:</a:t>
            </a:r>
            <a:endParaRPr b="1"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Community events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Training sessions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Business outreach</a:t>
            </a:r>
            <a:endParaRPr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Youth programs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Phase 3 — Partnerships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Partner with: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🤝 Organizations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🏫 Education institutions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🏪 Businesses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🎓 Training providers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👥 Community groups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Growth loop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More businesses → More opportunities → More users → More visibility → More businesses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0"/>
            <a:ext cx="852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Our Ask </a:t>
            </a:r>
            <a:endParaRPr b="1"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0" y="492600"/>
            <a:ext cx="9144000" cy="4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Help us build the digital bridge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We are seeking: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Funding, technical support, partnerships and mentorship to launch and scale KakumaConnect.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Funding will support: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💻 Platform development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📱 Android application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☁️ Hosting &amp; infrastructure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🤖 AI development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📢 Community outreach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👨‍💻 Technical talent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🧪 User testing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🤝 Partnerships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Initial milestones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12–18 months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Launch MVP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Onboard local businesses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Onboard organizations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Grow registered users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Launch Android application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Establish community partnerships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Expand beyond the initial community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Closing statement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“Invest in the connection, and you invest in the community.”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0"/>
            <a:ext cx="8520600" cy="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Team </a:t>
            </a:r>
            <a:endParaRPr b="1"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0" y="533400"/>
            <a:ext cx="9144000" cy="46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Built from the community, for the community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Nerew Kuek Manylouny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Founder — KAKUMA CONNECT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Focus areas: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Community development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Technology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Software development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Python/Django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Flutter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AI &amp; Machine Learning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Digital media &amp; filmmaking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Community-focused innovation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Our future team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We aim to build a multidisciplinary team covering: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👨‍💻 Technology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🎨 Product &amp; Design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📢 Marketing &amp; Community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💼 Business Development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🤝 Partnerships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📊 Data &amp; AI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Vision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 connected Kakuma where people can discover opportunities, businesses can grow, skills can be found, and organizations can reach the communities they serve.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